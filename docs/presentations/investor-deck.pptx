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3E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RUUMANA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異なる文化を持つ人同士が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安心して交流できる社会を実現する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ミッション &amp; 5つの原則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ミッション: 異なる文化を持つ人同士が安心して交流できる社会を実現する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否定しない — 文化の違いを優劣や正誤で判断しない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争わない — 文化の違いで対立しない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個を尊重する — 国籍ではなく一人ひとりの「個」を見る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共生 — 相互理解と尊重に基づく共生社会の実現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楽しく学ぶ — 堅苦しくない、楽しみながら学べる文化体験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訪日外国人が抱える課題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日本独特のマナーやルールがわからず不安を感じる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言語の壁で困った時に助けを求められない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文化の違いによる意図しないトラブルが発生する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緊急時（病気・紛失・災害）の対処がわからない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受け入れ側が抱える課題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外国人利用者とのコミュニケーションコストが高い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マナー違反への対応に苦慮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多言語対応の負担が大きい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文化的な配慮が求められるが体系的な知識がない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るうまな（RUUMANA）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知りたいマナーや解決策に、1タップでアクセス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4つの柱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しるまな（知る）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みるまな（見る）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きくまな（聞く）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いくまな（行く）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概要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マナー・文化を学ぶ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文化コンテンツで楽しく学ぶ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体験を共有する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文化を体験する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状態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公開中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価値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正しい知識の提供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楽しい学習体験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多様な視点の獲得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リアルな文化体験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プロダクト画面</a:t>
            </a:r>
            <a:endParaRPr lang="en-US" sz="2200" dirty="0"/>
          </a:p>
        </p:txBody>
      </p:sp>
      <p:pic>
        <p:nvPicPr>
          <p:cNvPr id="5" name="Image 1" descr="/home/user/ru-mana-app/public/screenshots/Screenshot_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828800" cy="3474720"/>
          </a:xfrm>
          <a:prstGeom prst="rect">
            <a:avLst/>
          </a:prstGeom>
        </p:spPr>
      </p:pic>
      <p:pic>
        <p:nvPicPr>
          <p:cNvPr id="6" name="Image 2" descr="/home/user/ru-mana-app/public/screenshots/Screenshot_shiru_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97280"/>
            <a:ext cx="1828800" cy="3474720"/>
          </a:xfrm>
          <a:prstGeom prst="rect">
            <a:avLst/>
          </a:prstGeom>
        </p:spPr>
      </p:pic>
      <p:pic>
        <p:nvPicPr>
          <p:cNvPr id="7" name="Image 3" descr="/home/user/ru-mana-app/public/screenshots/Screenshot_q_and_a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1828800" cy="3474720"/>
          </a:xfrm>
          <a:prstGeom prst="rect">
            <a:avLst/>
          </a:prstGeom>
        </p:spPr>
      </p:pic>
      <p:pic>
        <p:nvPicPr>
          <p:cNvPr id="8" name="Image 4" descr="/home/user/ru-mana-app/public/screenshots/Screenshot_rule_and_mann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097280"/>
            <a:ext cx="1828800" cy="34747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ホーム画面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しるまなカテゴリ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Q&amp;A掲示板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ルール・マナー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技術的特長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PWA対応 — アプリストア不要、ブラウザからインストール可能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AI搭載 — Google Gemini による高品質なチャット応答と翻訳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 — 掲示板の投稿がリアルタイムに反映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3言語対応 — 日本語・英語・中国語（今後拡張予定）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オフライン対応 — ローカルキャッシュで一部機能がオフラインでも利用可能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サーバーレス — Firebase基盤で低コスト運用、自動スケール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市場規模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訪日外国人旅行者: 年間3,600万人以上（過去最高を更新中）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在留外国人: 約340万人（留学生・技能実習生・永住者）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訪日旅行者の困りごと第1位: コミュニケーション・文化の違い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インバウンド市場規模: 約8兆円（2025年推計）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ビジネスモデル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収益源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価格/料率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プレミアムプラン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¥500/月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広告非表示、AI優先応答、限定コンテンツ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事業者スターター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¥5,000/月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多言語マナーガイドの施設埋込、基本分析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事業者ビジネス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¥20,000/月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カスタムガイド作成、詳細分析、API利用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いくまな手数料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10-15%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文化体験イベント予約の手数料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ネイティブ広告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CPM ¥500-1,000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コンテンツに溶け込む非侵入型広告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収支シミュレーション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2 (MAU 5K)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3 (MAU 20K)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プレミアム会員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¥125,000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¥500,000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事業者サブスク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¥200,000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その他（広告・手数料）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¥25,000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¥200,000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収入合計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¥150,000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¥900,000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支出合計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¥120,000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¥680,000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損益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+¥30,000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+¥220,000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ロードマップ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Q1-Q2（現在）Phase 1: MVP公開 — しるまな・おたすけ・防災マップ・AIチャット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Q3-Q4  Phase 2: コンテンツ拡充 — みるまな・クイズ・言語追加（韓・西・仏）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Q1-Q2  Phase 3: コミュニティ＆体験 — きくまな・いくまな・事業者ダッシュボード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Q3〜   Phase 4: 収益化＆グローバル展開 — サブスク・広告・他国展開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&amp; 資金調達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フェーズ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MRR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資金調達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Phase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¥0（無料）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Phase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¥150,000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シード 500万〜1,000万円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Phase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¥900,000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シリーズA 3,000万〜5,000万円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Phase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100,000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¥5,000,000+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シリーズB 1億円〜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B3E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9144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アプリ内のフィードバック機能または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お問い合わせフォームよりご連絡ください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るうまな（RUUMANA）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るうまな — 投資家向けプレゼンテーション</dc:title>
  <dc:subject>PptxGenJS Presentation</dc:subject>
  <dc:creator>RUUMANA Team</dc:creator>
  <cp:lastModifiedBy>RUUMANA Team</cp:lastModifiedBy>
  <cp:revision>1</cp:revision>
  <dcterms:created xsi:type="dcterms:W3CDTF">2026-03-27T02:18:04Z</dcterms:created>
  <dcterms:modified xsi:type="dcterms:W3CDTF">2026-03-27T02:18:04Z</dcterms:modified>
</cp:coreProperties>
</file>