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B3E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73152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るうまな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CA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RUUMANA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異なる文化を持つ人同士が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安心して交流できる社会を実現する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3E8E"/>
          </a:solidFill>
          <a:ln/>
        </p:spPr>
      </p:sp>
      <p:pic>
        <p:nvPicPr>
          <p:cNvPr id="3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るうまなとは？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7498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「ルール」と「マナー」を組み合わせた異文化理解プラットフォーム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日本の文化・マナー・生活ルールを楽しく・温かく・否定せずに伝える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訪日外国人と地域社会の相互理解を促進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3言語対応（日本語・英語・中国語）、AIチャット搭載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PWA対応 — ブラウザからすぐ利用可能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3E8E"/>
          </a:solidFill>
          <a:ln/>
        </p:spPr>
      </p:sp>
      <p:pic>
        <p:nvPicPr>
          <p:cNvPr id="3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訪日外国人が抱える課題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7498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日本独特のマナーやルールがわからず不安を感じる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言語の壁で困った時に助けを求められない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文化の違いによる意図しないトラブルが発生する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緊急時の対処法がわからない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3E8E"/>
          </a:solidFill>
          <a:ln/>
        </p:spPr>
      </p:sp>
      <p:pic>
        <p:nvPicPr>
          <p:cNvPr id="3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事業者側の課題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7498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外国人利用者へのマナー説明コストが高い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マナー違反への対応に苦慮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多言語対応の負担が大きい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体系的な外国人対応ノウハウがない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3E8E"/>
          </a:solidFill>
          <a:ln/>
        </p:spPr>
      </p:sp>
      <p:pic>
        <p:nvPicPr>
          <p:cNvPr id="3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4つの柱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しるまな（知る）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みるまな（見る）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きくまな（聞く）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いくまな（行く）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概要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マナー・文化を学ぶ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文化コンテンツで楽しく学ぶ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体験を共有する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文化を体験する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状態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公開中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構想中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構想中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構想中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価値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正しい知識の提供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楽しい学習体験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多様な視点の獲得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リアルな文化体験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3E8E"/>
          </a:solidFill>
          <a:ln/>
        </p:spPr>
      </p:sp>
      <p:pic>
        <p:nvPicPr>
          <p:cNvPr id="3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プロダクト画面</a:t>
            </a:r>
            <a:endParaRPr lang="en-US" sz="2200" dirty="0"/>
          </a:p>
        </p:txBody>
      </p:sp>
      <p:pic>
        <p:nvPicPr>
          <p:cNvPr id="5" name="Image 1" descr="/home/user/ru-mana-app/public/screenshots/Screenshot_to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828800" cy="3474720"/>
          </a:xfrm>
          <a:prstGeom prst="rect">
            <a:avLst/>
          </a:prstGeom>
        </p:spPr>
      </p:pic>
      <p:pic>
        <p:nvPicPr>
          <p:cNvPr id="6" name="Image 2" descr="/home/user/ru-mana-app/public/screenshots/Screenshot_shiru_to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097280"/>
            <a:ext cx="1828800" cy="3474720"/>
          </a:xfrm>
          <a:prstGeom prst="rect">
            <a:avLst/>
          </a:prstGeom>
        </p:spPr>
      </p:pic>
      <p:pic>
        <p:nvPicPr>
          <p:cNvPr id="7" name="Image 3" descr="/home/user/ru-mana-app/public/screenshots/Screenshot_rule_and_manne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97280"/>
            <a:ext cx="1828800" cy="3474720"/>
          </a:xfrm>
          <a:prstGeom prst="rect">
            <a:avLst/>
          </a:prstGeom>
        </p:spPr>
      </p:pic>
      <p:pic>
        <p:nvPicPr>
          <p:cNvPr id="8" name="Image 4" descr="/home/user/ru-mana-app/public/screenshots/Screenshot_thread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1097280"/>
            <a:ext cx="1828800" cy="347472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36576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ホーム画面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        カテゴリ一覧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        ルール・マナー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        スレッド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3E8E"/>
          </a:solidFill>
          <a:ln/>
        </p:spPr>
      </p:sp>
      <p:pic>
        <p:nvPicPr>
          <p:cNvPr id="3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活用シーン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7498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宿泊施設: チェックイン時にるうまなのQRコードを提供 → 旅館マナーを事前学習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飲食店: 食事マナーのガイドへのリンクを店内掲示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交通機関: 車内マナーのガイドを多言語で案内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自治体: 地域のルールやゴミ分別をるうまなで配信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観光案内所: QRコード設置で外国人旅行者に直接案内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3E8E"/>
          </a:solidFill>
          <a:ln/>
        </p:spPr>
      </p:sp>
      <p:pic>
        <p:nvPicPr>
          <p:cNvPr id="3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事業者向け機能（将来）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31520" y="1097280"/>
            <a:ext cx="74980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事業者ダッシュボード — 外国人対応のインサイト・分析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カスタムガイドの作成・配信 — 自社施設に合わせたマナーガイド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いくまなとの連携 — 文化体験イベントの企画・集客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多言語対応ツール — 施設内の案内を多言語で自動生成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API提供 — 自社サービスへのマナーガイド埋め込み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B3E8E"/>
          </a:solidFill>
          <a:ln/>
        </p:spPr>
      </p:sp>
      <p:pic>
        <p:nvPicPr>
          <p:cNvPr id="3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3E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5つの理念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理念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意味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3E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否定しない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文化に優劣はない。違いを否定しない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争わない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文化の違いで対立しない。橋渡し役になる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個を尊重する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国籍ではなく、一人ひとりの「個」を大切に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共生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相互理解に基づく共生社会の実現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楽しく学ぶ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spcAft>
                          <a:spcPts val="200"/>
                        </a:spcAft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</a:rPr>
                        <a:t>堅苦しくない、温かく楽しい文化学習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B3E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ru-mana-app/public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91440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パートナーシップのご相談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CA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るうまなに関するご質問、連携のご相談は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CA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アプリ内のフィードバック機能または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CA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お問い合わせフォームよりご連絡ください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るうまな（RUUMANA）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るうまな — パートナー向けプレゼンテーション</dc:title>
  <dc:subject>PptxGenJS Presentation</dc:subject>
  <dc:creator>RUUMANA Team</dc:creator>
  <cp:lastModifiedBy>RUUMANA Team</cp:lastModifiedBy>
  <cp:revision>1</cp:revision>
  <dcterms:created xsi:type="dcterms:W3CDTF">2026-03-27T02:18:04Z</dcterms:created>
  <dcterms:modified xsi:type="dcterms:W3CDTF">2026-03-27T02:18:04Z</dcterms:modified>
</cp:coreProperties>
</file>